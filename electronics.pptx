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C3BF"/>
    <a:srgbClr val="8B8B8D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90" d="100"/>
          <a:sy n="90" d="100"/>
        </p:scale>
        <p:origin x="1284" y="9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B89B7-CF75-4084-A5A2-3B40945E6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75D4A-0621-4926-B878-D8981CB17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E2239-762A-4BAB-80CA-706556D0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512D9-D8AA-4F47-94F8-2FDCF136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08BC-6B05-47D9-A768-0439B313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7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FE7B-3FD5-4872-8B7C-78448DB9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3601F-7B57-4907-92ED-46D1BC953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E4B73-DADF-4B5A-98D6-ACD2276B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73B6F-7933-4BBD-8C13-C8939724C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A1347-E430-4FA0-96D6-450F22C0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7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11A35-4141-4E62-8681-057BD179D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2F75B-2E94-4942-AFA5-DAEEEB1EC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2C99-3177-482C-9F0E-ACFE1EC4E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9D118-87B6-4974-90AF-1AE92202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00405-E634-4AFB-B7F5-1D420BE7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34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A00D-10A9-4F14-95D5-84EADD76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9080C-FD9C-44AC-9140-2E6841E23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FB48C-BA03-4EB7-8B3E-0A5EF95EB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F4352-9D71-4417-83A9-94EC2582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1F75A-849D-4850-A742-B9D71DD2D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972C1-6E76-4ACC-9C23-3A6363EB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44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18A0-BD5A-4F83-AD83-91874811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099E2-C338-4E01-BF6A-DF3E4E0EF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BBCC1-ED90-48FE-A3A0-9753A5840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C1F6A9-EC45-41BA-BCD9-856590A7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95267-CC75-4F0F-87F0-8EA6160EB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C93CDE-158C-4E50-A3FE-945E50FE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3E220B-8B2F-47FC-9870-91AEF5FF5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6AA30E-77CE-45D4-8E12-67A6AF1B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C40D-8390-498B-9606-9453D4C55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9FFDC-CD62-47CE-98C6-A6067617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138BC-375D-48FB-AF8A-F3C128F30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F39FE-BF08-4A8A-ABB5-80668EB7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28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4A45E4-6FD6-48F8-AB85-2E1767294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D63A99-E9FB-494A-9335-6AEA233A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176B6-DCAB-4419-8777-89E920428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60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BF74-6049-488F-8958-9F6EC306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94873-5F36-4C4F-A56B-14F8B3EE9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1DF06-DBF3-49C4-B410-0B7E3EB55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E96CB-BF2F-4A13-9196-EA0823DC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873E5-7569-4071-B98E-9386F591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DC63A-97AA-42A5-BF42-F7665848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2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9ECE-2847-41C3-91F7-571FCDC2A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5EECF-A33F-496D-BDDF-B40781FCC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D56F0-E62E-4B17-AB10-4016BDD1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A1624-697A-435E-9A49-FCC6E3C5D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2AB1F-BDF8-4BC1-8FD8-178C07D53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196E8-A862-41AF-89A1-FC6F2DE4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9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C6BC6-3846-443A-9196-98A13BCA5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63FF1-83D6-48C4-ACB9-F5D2FE718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5A6D2-BEE8-4DFC-90EB-D094E366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4C745-DE2F-4778-AB72-6F9F97E0C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09DBD-13DD-4BEB-AA53-89C890C6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5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A61A2-1B04-4B96-B8D0-2FD8AC0DD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02496-6281-43CD-9711-E633DE039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3E370-B105-4F2F-A2C5-644EC520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E83EE-FFE3-4E94-9377-25BA8B1E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574DC-D540-4510-B9D5-5710DE45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2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9246BC-8FF4-4B18-B228-7B1624CD6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34890-79EC-4E24-871F-D57ED0637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258A0-3ACA-47C0-80D7-D86CAB1FC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C72BB-B8FC-4222-B56A-80F3DAC5FBD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EBE09-CF84-4A1B-B6D9-77698C7D2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C0543-6597-407F-9BA0-8204C69D0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83129-61C3-4242-A483-76188238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>
            <a:extLst>
              <a:ext uri="{FF2B5EF4-FFF2-40B4-BE49-F238E27FC236}">
                <a16:creationId xmlns:a16="http://schemas.microsoft.com/office/drawing/2014/main" id="{2A20FD18-B0CE-4336-B3CF-E3B00BC83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913" y="384965"/>
            <a:ext cx="6509921" cy="57538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6A70FCD-12D9-4F43-8877-91A76CC5D7B7}"/>
              </a:ext>
            </a:extLst>
          </p:cNvPr>
          <p:cNvSpPr/>
          <p:nvPr/>
        </p:nvSpPr>
        <p:spPr>
          <a:xfrm>
            <a:off x="137948" y="2140169"/>
            <a:ext cx="2648607" cy="265649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Firmware:</a:t>
            </a:r>
            <a:br>
              <a:rPr lang="de-DE" sz="1600" dirty="0">
                <a:solidFill>
                  <a:schemeClr val="tx1"/>
                </a:solidFill>
              </a:rPr>
            </a:br>
            <a:br>
              <a:rPr lang="de-DE" sz="1600" dirty="0">
                <a:solidFill>
                  <a:schemeClr val="tx1"/>
                </a:solidFill>
              </a:rPr>
            </a:br>
            <a:r>
              <a:rPr lang="de-DE" sz="1600" dirty="0" err="1">
                <a:solidFill>
                  <a:schemeClr val="tx1"/>
                </a:solidFill>
              </a:rPr>
              <a:t>CapacitiveSensor</a:t>
            </a:r>
            <a:r>
              <a:rPr lang="de-DE" sz="1600" dirty="0">
                <a:solidFill>
                  <a:schemeClr val="tx1"/>
                </a:solidFill>
              </a:rPr>
              <a:t> Library</a:t>
            </a:r>
            <a:br>
              <a:rPr lang="de-DE" sz="1600" dirty="0">
                <a:solidFill>
                  <a:schemeClr val="tx1"/>
                </a:solidFill>
              </a:rPr>
            </a:br>
            <a:r>
              <a:rPr lang="de-DE" sz="1600" dirty="0" err="1">
                <a:solidFill>
                  <a:schemeClr val="tx1"/>
                </a:solidFill>
              </a:rPr>
              <a:t>Servo</a:t>
            </a:r>
            <a:r>
              <a:rPr lang="de-DE" sz="1600" dirty="0">
                <a:solidFill>
                  <a:schemeClr val="tx1"/>
                </a:solidFill>
              </a:rPr>
              <a:t> Library</a:t>
            </a:r>
            <a:br>
              <a:rPr lang="de-DE" sz="1600" dirty="0">
                <a:solidFill>
                  <a:schemeClr val="tx1"/>
                </a:solidFill>
              </a:rPr>
            </a:br>
            <a:br>
              <a:rPr lang="de-DE" sz="1600" dirty="0">
                <a:solidFill>
                  <a:schemeClr val="tx1"/>
                </a:solidFill>
              </a:rPr>
            </a:br>
            <a:r>
              <a:rPr lang="de-DE" sz="1600" dirty="0">
                <a:solidFill>
                  <a:schemeClr val="tx1"/>
                </a:solidFill>
              </a:rPr>
              <a:t>Threshold </a:t>
            </a:r>
            <a:r>
              <a:rPr lang="de-DE" sz="1600" dirty="0" err="1">
                <a:solidFill>
                  <a:schemeClr val="tx1"/>
                </a:solidFill>
              </a:rPr>
              <a:t>Configuration</a:t>
            </a:r>
            <a:br>
              <a:rPr lang="de-DE" sz="1600" dirty="0">
                <a:solidFill>
                  <a:schemeClr val="tx1"/>
                </a:solidFill>
              </a:rPr>
            </a:br>
            <a:r>
              <a:rPr lang="de-DE" sz="1600" dirty="0" err="1">
                <a:solidFill>
                  <a:schemeClr val="tx1"/>
                </a:solidFill>
              </a:rPr>
              <a:t>Lick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dirty="0" err="1">
                <a:solidFill>
                  <a:schemeClr val="tx1"/>
                </a:solidFill>
              </a:rPr>
              <a:t>Counting</a:t>
            </a:r>
            <a:br>
              <a:rPr lang="de-DE" sz="1600" dirty="0">
                <a:solidFill>
                  <a:schemeClr val="tx1"/>
                </a:solidFill>
              </a:rPr>
            </a:br>
            <a:r>
              <a:rPr lang="de-DE" sz="1600" dirty="0">
                <a:solidFill>
                  <a:schemeClr val="tx1"/>
                </a:solidFill>
              </a:rPr>
              <a:t>Serial Communication</a:t>
            </a:r>
            <a:br>
              <a:rPr lang="de-DE" sz="1600" dirty="0">
                <a:solidFill>
                  <a:schemeClr val="tx1"/>
                </a:solidFill>
              </a:rPr>
            </a:br>
            <a:r>
              <a:rPr lang="de-DE" sz="1600" dirty="0" err="1">
                <a:solidFill>
                  <a:schemeClr val="tx1"/>
                </a:solidFill>
              </a:rPr>
              <a:t>Triggering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E9C728-DF56-43CE-AFA4-B01D35859E42}"/>
              </a:ext>
            </a:extLst>
          </p:cNvPr>
          <p:cNvCxnSpPr>
            <a:cxnSpLocks/>
          </p:cNvCxnSpPr>
          <p:nvPr/>
        </p:nvCxnSpPr>
        <p:spPr>
          <a:xfrm>
            <a:off x="2786555" y="2140169"/>
            <a:ext cx="1760229" cy="114981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13A8CA-E4F4-46FA-A214-16B5774258D8}"/>
              </a:ext>
            </a:extLst>
          </p:cNvPr>
          <p:cNvCxnSpPr>
            <a:cxnSpLocks/>
          </p:cNvCxnSpPr>
          <p:nvPr/>
        </p:nvCxnSpPr>
        <p:spPr>
          <a:xfrm flipV="1">
            <a:off x="2786555" y="3438622"/>
            <a:ext cx="1760229" cy="135803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8270D7-307B-427A-B843-51B636CB5EDD}"/>
              </a:ext>
            </a:extLst>
          </p:cNvPr>
          <p:cNvSpPr txBox="1"/>
          <p:nvPr/>
        </p:nvSpPr>
        <p:spPr>
          <a:xfrm>
            <a:off x="7635099" y="5446326"/>
            <a:ext cx="26624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b="1" dirty="0" err="1"/>
              <a:t>Lickspout</a:t>
            </a:r>
            <a:r>
              <a:rPr lang="de-DE" sz="1600" b="1" dirty="0"/>
              <a:t> (</a:t>
            </a:r>
            <a:r>
              <a:rPr lang="de-DE" sz="1600" b="1" dirty="0" err="1"/>
              <a:t>Capacitive</a:t>
            </a:r>
            <a:r>
              <a:rPr lang="de-DE" sz="1600" b="1" dirty="0"/>
              <a:t> Sensor)</a:t>
            </a:r>
            <a:br>
              <a:rPr lang="de-DE" dirty="0"/>
            </a:br>
            <a:r>
              <a:rPr lang="de-DE" sz="1200" dirty="0"/>
              <a:t>18 Gauge </a:t>
            </a:r>
            <a:r>
              <a:rPr lang="de-DE" sz="1200" dirty="0" err="1"/>
              <a:t>Needle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A437B5-2E47-4523-A0D2-8C65B36B8B01}"/>
              </a:ext>
            </a:extLst>
          </p:cNvPr>
          <p:cNvSpPr txBox="1"/>
          <p:nvPr/>
        </p:nvSpPr>
        <p:spPr>
          <a:xfrm>
            <a:off x="7262998" y="1340161"/>
            <a:ext cx="1499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b="1" dirty="0" err="1"/>
              <a:t>Servo</a:t>
            </a:r>
            <a:r>
              <a:rPr lang="de-DE" sz="1600" b="1" dirty="0"/>
              <a:t> Motor</a:t>
            </a:r>
            <a:br>
              <a:rPr lang="de-DE" dirty="0"/>
            </a:br>
            <a:r>
              <a:rPr lang="de-DE" sz="1200" dirty="0" err="1"/>
              <a:t>Lickspout</a:t>
            </a:r>
            <a:r>
              <a:rPr lang="de-DE" sz="1200" dirty="0"/>
              <a:t> </a:t>
            </a:r>
            <a:r>
              <a:rPr lang="de-DE" sz="1200" dirty="0" err="1"/>
              <a:t>Positioning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C5C3623-3625-4150-AFF1-0CCAA8451E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6" t="62374" r="51089" b="30016"/>
          <a:stretch/>
        </p:blipFill>
        <p:spPr>
          <a:xfrm>
            <a:off x="2227942" y="5315658"/>
            <a:ext cx="1989913" cy="93808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82CCD9F-7929-4BEC-9A33-BD4EBA45EBFC}"/>
              </a:ext>
            </a:extLst>
          </p:cNvPr>
          <p:cNvSpPr/>
          <p:nvPr/>
        </p:nvSpPr>
        <p:spPr>
          <a:xfrm>
            <a:off x="2227941" y="5315658"/>
            <a:ext cx="1989913" cy="93808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A03246F-569F-4442-8EB5-D0499E7A8CAD}"/>
              </a:ext>
            </a:extLst>
          </p:cNvPr>
          <p:cNvCxnSpPr>
            <a:cxnSpLocks/>
          </p:cNvCxnSpPr>
          <p:nvPr/>
        </p:nvCxnSpPr>
        <p:spPr>
          <a:xfrm flipV="1">
            <a:off x="4217854" y="4133324"/>
            <a:ext cx="1427334" cy="118233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F92BF5C-B66A-43CF-8C7F-8032975641FE}"/>
              </a:ext>
            </a:extLst>
          </p:cNvPr>
          <p:cNvCxnSpPr>
            <a:cxnSpLocks/>
          </p:cNvCxnSpPr>
          <p:nvPr/>
        </p:nvCxnSpPr>
        <p:spPr>
          <a:xfrm flipV="1">
            <a:off x="4217853" y="4443327"/>
            <a:ext cx="1427335" cy="181041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686A4C-1ADB-47FA-B9C9-78EE59EC606E}"/>
              </a:ext>
            </a:extLst>
          </p:cNvPr>
          <p:cNvCxnSpPr>
            <a:cxnSpLocks/>
          </p:cNvCxnSpPr>
          <p:nvPr/>
        </p:nvCxnSpPr>
        <p:spPr>
          <a:xfrm flipH="1">
            <a:off x="6688138" y="4724491"/>
            <a:ext cx="285675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B3F7763-4D11-4B99-8EA6-6EA0B85317E5}"/>
              </a:ext>
            </a:extLst>
          </p:cNvPr>
          <p:cNvCxnSpPr>
            <a:cxnSpLocks/>
          </p:cNvCxnSpPr>
          <p:nvPr/>
        </p:nvCxnSpPr>
        <p:spPr>
          <a:xfrm>
            <a:off x="6688137" y="3468414"/>
            <a:ext cx="285675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199881-BA81-4262-ABFD-784A54698914}"/>
              </a:ext>
            </a:extLst>
          </p:cNvPr>
          <p:cNvCxnSpPr>
            <a:cxnSpLocks/>
          </p:cNvCxnSpPr>
          <p:nvPr/>
        </p:nvCxnSpPr>
        <p:spPr>
          <a:xfrm flipV="1">
            <a:off x="4610101" y="827690"/>
            <a:ext cx="0" cy="17697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9F80AFC-370A-453B-B15B-0A4E43A0025F}"/>
              </a:ext>
            </a:extLst>
          </p:cNvPr>
          <p:cNvSpPr txBox="1"/>
          <p:nvPr/>
        </p:nvSpPr>
        <p:spPr>
          <a:xfrm>
            <a:off x="9570631" y="4462881"/>
            <a:ext cx="1664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b="1" dirty="0" err="1"/>
              <a:t>Lickspout</a:t>
            </a:r>
            <a:r>
              <a:rPr lang="de-DE" sz="1600" b="1" dirty="0"/>
              <a:t> Control</a:t>
            </a:r>
            <a:br>
              <a:rPr lang="de-DE" sz="1600" b="1" dirty="0"/>
            </a:br>
            <a:r>
              <a:rPr lang="de-DE" sz="1200" dirty="0"/>
              <a:t>In/Out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22ED2A-4DFD-4A13-B1CF-76AE0A5ABFCF}"/>
              </a:ext>
            </a:extLst>
          </p:cNvPr>
          <p:cNvSpPr txBox="1"/>
          <p:nvPr/>
        </p:nvSpPr>
        <p:spPr>
          <a:xfrm>
            <a:off x="9835799" y="3206804"/>
            <a:ext cx="1134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b="1" dirty="0" err="1"/>
              <a:t>Lick</a:t>
            </a:r>
            <a:r>
              <a:rPr lang="de-DE" sz="1600" b="1" dirty="0"/>
              <a:t> Out</a:t>
            </a:r>
            <a:br>
              <a:rPr lang="de-DE" sz="1600" b="1" dirty="0"/>
            </a:br>
            <a:r>
              <a:rPr lang="de-DE" sz="1200" dirty="0"/>
              <a:t>1x 5v TTL Pulse</a:t>
            </a:r>
            <a:endParaRPr lang="en-US" sz="12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33768FB-39F9-47BD-97C8-B92575E065CD}"/>
              </a:ext>
            </a:extLst>
          </p:cNvPr>
          <p:cNvCxnSpPr>
            <a:cxnSpLocks/>
          </p:cNvCxnSpPr>
          <p:nvPr/>
        </p:nvCxnSpPr>
        <p:spPr>
          <a:xfrm flipH="1">
            <a:off x="1685925" y="5393418"/>
            <a:ext cx="1813772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587A01B-4815-4D37-8C34-EC43CEE3DDAB}"/>
              </a:ext>
            </a:extLst>
          </p:cNvPr>
          <p:cNvCxnSpPr>
            <a:cxnSpLocks/>
          </p:cNvCxnSpPr>
          <p:nvPr/>
        </p:nvCxnSpPr>
        <p:spPr>
          <a:xfrm flipV="1">
            <a:off x="3499697" y="5393418"/>
            <a:ext cx="0" cy="745405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301958D-A9B1-4A53-BCE7-1A79791995A6}"/>
              </a:ext>
            </a:extLst>
          </p:cNvPr>
          <p:cNvCxnSpPr>
            <a:cxnSpLocks/>
          </p:cNvCxnSpPr>
          <p:nvPr/>
        </p:nvCxnSpPr>
        <p:spPr>
          <a:xfrm flipH="1">
            <a:off x="1710928" y="6138823"/>
            <a:ext cx="1788769" cy="676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87FC5DC-781B-4CE4-A866-C31BD2159B2A}"/>
              </a:ext>
            </a:extLst>
          </p:cNvPr>
          <p:cNvSpPr txBox="1"/>
          <p:nvPr/>
        </p:nvSpPr>
        <p:spPr>
          <a:xfrm>
            <a:off x="2971613" y="5597273"/>
            <a:ext cx="319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b="1" dirty="0">
                <a:solidFill>
                  <a:srgbClr val="FFC000"/>
                </a:solidFill>
              </a:rPr>
              <a:t>U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7F1116-25EA-49F9-BB79-36C9146480C4}"/>
              </a:ext>
            </a:extLst>
          </p:cNvPr>
          <p:cNvSpPr txBox="1"/>
          <p:nvPr/>
        </p:nvSpPr>
        <p:spPr>
          <a:xfrm>
            <a:off x="707576" y="5224141"/>
            <a:ext cx="911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b="1" dirty="0" err="1"/>
              <a:t>Receive</a:t>
            </a:r>
            <a:r>
              <a:rPr lang="de-DE" sz="1200" b="1" dirty="0"/>
              <a:t> Pin</a:t>
            </a:r>
            <a:endParaRPr lang="en-US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C4276C-9ED8-4338-BF49-A763005104F6}"/>
              </a:ext>
            </a:extLst>
          </p:cNvPr>
          <p:cNvSpPr txBox="1"/>
          <p:nvPr/>
        </p:nvSpPr>
        <p:spPr>
          <a:xfrm>
            <a:off x="880251" y="5969546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b="1" dirty="0"/>
              <a:t>Send Pin</a:t>
            </a:r>
            <a:endParaRPr lang="en-US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306077-8324-4C30-B042-99C0ACB499EA}"/>
              </a:ext>
            </a:extLst>
          </p:cNvPr>
          <p:cNvSpPr txBox="1"/>
          <p:nvPr/>
        </p:nvSpPr>
        <p:spPr>
          <a:xfrm>
            <a:off x="4162843" y="5262266"/>
            <a:ext cx="729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b="1" dirty="0" err="1"/>
              <a:t>Antenna</a:t>
            </a:r>
            <a:endParaRPr lang="en-US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D7EBAF-4111-4661-B19C-7EBBF249D59E}"/>
              </a:ext>
            </a:extLst>
          </p:cNvPr>
          <p:cNvSpPr txBox="1"/>
          <p:nvPr/>
        </p:nvSpPr>
        <p:spPr>
          <a:xfrm>
            <a:off x="4714333" y="5619312"/>
            <a:ext cx="2376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 err="1"/>
              <a:t>t</a:t>
            </a:r>
            <a:r>
              <a:rPr lang="de-DE" sz="1600" b="1" baseline="-25000" dirty="0" err="1"/>
              <a:t>receive</a:t>
            </a:r>
            <a:r>
              <a:rPr lang="de-DE" sz="1600" b="1" baseline="-25000" dirty="0"/>
              <a:t> </a:t>
            </a:r>
            <a:r>
              <a:rPr lang="de-DE" sz="1600" b="1" dirty="0"/>
              <a:t>– </a:t>
            </a:r>
            <a:r>
              <a:rPr lang="de-DE" sz="1600" b="1" dirty="0" err="1"/>
              <a:t>t</a:t>
            </a:r>
            <a:r>
              <a:rPr lang="de-DE" sz="1600" b="1" baseline="-25000" dirty="0" err="1"/>
              <a:t>send</a:t>
            </a:r>
            <a:r>
              <a:rPr lang="de-DE" sz="1600" b="1" baseline="-25000" dirty="0"/>
              <a:t> </a:t>
            </a:r>
            <a:r>
              <a:rPr lang="de-DE" sz="1600" b="1" dirty="0"/>
              <a:t>= </a:t>
            </a:r>
            <a:r>
              <a:rPr lang="el-GR" sz="1600" b="1" dirty="0"/>
              <a:t>Δ</a:t>
            </a:r>
            <a:r>
              <a:rPr lang="de-DE" sz="1600" b="1" dirty="0"/>
              <a:t>t</a:t>
            </a:r>
            <a:br>
              <a:rPr lang="de-DE" sz="1600" b="1" dirty="0"/>
            </a:br>
            <a:r>
              <a:rPr lang="el-GR" sz="1200" dirty="0"/>
              <a:t>Δ</a:t>
            </a:r>
            <a:r>
              <a:rPr lang="de-DE" sz="1200" dirty="0"/>
              <a:t>t </a:t>
            </a:r>
            <a:r>
              <a:rPr lang="de-DE" sz="1200" dirty="0" err="1"/>
              <a:t>changes</a:t>
            </a:r>
            <a:r>
              <a:rPr lang="de-DE" sz="1200" dirty="0"/>
              <a:t> </a:t>
            </a:r>
            <a:r>
              <a:rPr lang="de-DE" sz="1200" dirty="0" err="1"/>
              <a:t>if</a:t>
            </a:r>
            <a:r>
              <a:rPr lang="de-DE" sz="1200" dirty="0"/>
              <a:t> </a:t>
            </a:r>
            <a:r>
              <a:rPr lang="de-DE" sz="1200" dirty="0" err="1"/>
              <a:t>sensor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</a:t>
            </a:r>
            <a:r>
              <a:rPr lang="de-DE" sz="1200" dirty="0" err="1"/>
              <a:t>touched</a:t>
            </a:r>
            <a:r>
              <a:rPr lang="de-DE" sz="1200" dirty="0"/>
              <a:t> due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increased</a:t>
            </a:r>
            <a:r>
              <a:rPr lang="de-DE" sz="1200" dirty="0"/>
              <a:t> </a:t>
            </a:r>
            <a:r>
              <a:rPr lang="de-DE" sz="1200" dirty="0" err="1"/>
              <a:t>capacity</a:t>
            </a:r>
            <a:endParaRPr lang="en-US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5159B2-ECA9-4F18-8085-7BFE26203E35}"/>
              </a:ext>
            </a:extLst>
          </p:cNvPr>
          <p:cNvSpPr txBox="1"/>
          <p:nvPr/>
        </p:nvSpPr>
        <p:spPr>
          <a:xfrm>
            <a:off x="1933056" y="6307135"/>
            <a:ext cx="2579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b="1" dirty="0"/>
              <a:t>1M</a:t>
            </a:r>
            <a:r>
              <a:rPr lang="el-GR" sz="1600" b="1" dirty="0"/>
              <a:t>Ω</a:t>
            </a:r>
            <a:r>
              <a:rPr lang="de-DE" sz="1600" b="1" dirty="0"/>
              <a:t> </a:t>
            </a:r>
            <a:r>
              <a:rPr lang="de-DE" sz="1600" b="1" dirty="0" err="1"/>
              <a:t>Resistor</a:t>
            </a:r>
            <a:br>
              <a:rPr lang="de-DE" sz="1600" b="1" dirty="0"/>
            </a:br>
            <a:r>
              <a:rPr lang="de-DE" sz="1200" dirty="0" err="1"/>
              <a:t>sensitivity</a:t>
            </a:r>
            <a:r>
              <a:rPr lang="de-DE" sz="1200" dirty="0"/>
              <a:t> </a:t>
            </a:r>
            <a:r>
              <a:rPr lang="de-DE" sz="1200" dirty="0" err="1"/>
              <a:t>configuration</a:t>
            </a:r>
            <a:r>
              <a:rPr lang="de-DE" sz="1200" dirty="0"/>
              <a:t> Up </a:t>
            </a:r>
            <a:r>
              <a:rPr lang="de-DE" sz="1200" dirty="0" err="1"/>
              <a:t>to</a:t>
            </a:r>
            <a:r>
              <a:rPr lang="de-DE" sz="1200" dirty="0"/>
              <a:t> 10 M</a:t>
            </a:r>
            <a:r>
              <a:rPr lang="el-GR" sz="1200" dirty="0"/>
              <a:t>Ω</a:t>
            </a:r>
            <a:endParaRPr 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3C0C13-6E73-4805-9D55-04BDEFE47376}"/>
              </a:ext>
            </a:extLst>
          </p:cNvPr>
          <p:cNvSpPr txBox="1"/>
          <p:nvPr/>
        </p:nvSpPr>
        <p:spPr>
          <a:xfrm>
            <a:off x="5931482" y="4796659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b="1" dirty="0"/>
              <a:t>GND</a:t>
            </a:r>
            <a:endParaRPr lang="en-US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4D7401-C058-4061-A2BD-E2DECBA7AD75}"/>
              </a:ext>
            </a:extLst>
          </p:cNvPr>
          <p:cNvSpPr txBox="1"/>
          <p:nvPr/>
        </p:nvSpPr>
        <p:spPr>
          <a:xfrm>
            <a:off x="5994896" y="4392158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b="1" dirty="0">
                <a:solidFill>
                  <a:srgbClr val="FF0000"/>
                </a:solidFill>
              </a:rPr>
              <a:t>D3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20CABB-1F8D-4439-B186-23D77E4FBEA0}"/>
              </a:ext>
            </a:extLst>
          </p:cNvPr>
          <p:cNvSpPr txBox="1"/>
          <p:nvPr/>
        </p:nvSpPr>
        <p:spPr>
          <a:xfrm>
            <a:off x="5931482" y="3650944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b="1" dirty="0"/>
              <a:t>GND</a:t>
            </a:r>
            <a:endParaRPr 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FC227A-8035-4B29-AD75-8879D6596FF0}"/>
              </a:ext>
            </a:extLst>
          </p:cNvPr>
          <p:cNvSpPr txBox="1"/>
          <p:nvPr/>
        </p:nvSpPr>
        <p:spPr>
          <a:xfrm>
            <a:off x="5952321" y="3311061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b="1" dirty="0">
                <a:solidFill>
                  <a:srgbClr val="FF0000"/>
                </a:solidFill>
              </a:rPr>
              <a:t>D12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3A9A5E-16AA-4F78-BA69-57A6970DCFCB}"/>
              </a:ext>
            </a:extLst>
          </p:cNvPr>
          <p:cNvSpPr txBox="1"/>
          <p:nvPr/>
        </p:nvSpPr>
        <p:spPr>
          <a:xfrm>
            <a:off x="7386186" y="1817003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b="1" dirty="0">
                <a:solidFill>
                  <a:schemeClr val="accent2">
                    <a:lumMod val="50000"/>
                  </a:schemeClr>
                </a:solidFill>
              </a:rPr>
              <a:t>- (GND)</a:t>
            </a:r>
            <a:br>
              <a:rPr lang="de-DE" sz="1200" b="1" dirty="0"/>
            </a:br>
            <a:r>
              <a:rPr lang="de-DE" sz="1200" b="1" dirty="0">
                <a:solidFill>
                  <a:srgbClr val="FF0000"/>
                </a:solidFill>
              </a:rPr>
              <a:t>+ (5V)</a:t>
            </a:r>
            <a:br>
              <a:rPr lang="de-DE" sz="1200" b="1" dirty="0"/>
            </a:br>
            <a:r>
              <a:rPr lang="de-DE" sz="1200" b="1" dirty="0">
                <a:solidFill>
                  <a:srgbClr val="FFC000"/>
                </a:solidFill>
              </a:rPr>
              <a:t>D9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98349B-1FF0-4779-AF7B-5FA42E7BC46F}"/>
              </a:ext>
            </a:extLst>
          </p:cNvPr>
          <p:cNvSpPr txBox="1"/>
          <p:nvPr/>
        </p:nvSpPr>
        <p:spPr>
          <a:xfrm>
            <a:off x="2372384" y="742792"/>
            <a:ext cx="2055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b="1" dirty="0"/>
              <a:t>Serial Communication</a:t>
            </a:r>
            <a:br>
              <a:rPr lang="de-DE" sz="1600" b="1" dirty="0"/>
            </a:br>
            <a:r>
              <a:rPr lang="de-DE" sz="1200" dirty="0"/>
              <a:t>Raw </a:t>
            </a:r>
            <a:r>
              <a:rPr lang="el-GR" sz="1200" dirty="0"/>
              <a:t>Δ</a:t>
            </a:r>
            <a:r>
              <a:rPr lang="de-DE" sz="1200" dirty="0"/>
              <a:t>t Values via USB</a:t>
            </a:r>
            <a:endParaRPr 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DA24DA-5C81-4B72-A129-71968092F579}"/>
              </a:ext>
            </a:extLst>
          </p:cNvPr>
          <p:cNvSpPr txBox="1"/>
          <p:nvPr/>
        </p:nvSpPr>
        <p:spPr>
          <a:xfrm>
            <a:off x="5931482" y="2988230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b="1" dirty="0"/>
              <a:t>GND</a:t>
            </a:r>
            <a:endParaRPr lang="en-US" sz="120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B9BE0F2-8408-4DA8-B010-CF16F9A4A5D7}"/>
              </a:ext>
            </a:extLst>
          </p:cNvPr>
          <p:cNvCxnSpPr>
            <a:cxnSpLocks/>
          </p:cNvCxnSpPr>
          <p:nvPr/>
        </p:nvCxnSpPr>
        <p:spPr>
          <a:xfrm flipH="1">
            <a:off x="9646444" y="4447392"/>
            <a:ext cx="6302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4C60D7D-C06B-4AD4-A8B6-DFC4D7C28592}"/>
              </a:ext>
            </a:extLst>
          </p:cNvPr>
          <p:cNvCxnSpPr>
            <a:cxnSpLocks/>
          </p:cNvCxnSpPr>
          <p:nvPr/>
        </p:nvCxnSpPr>
        <p:spPr>
          <a:xfrm flipV="1">
            <a:off x="10273957" y="4117640"/>
            <a:ext cx="2746" cy="3338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5CB828D-248D-4838-8E90-4D86672088AC}"/>
              </a:ext>
            </a:extLst>
          </p:cNvPr>
          <p:cNvCxnSpPr>
            <a:cxnSpLocks/>
          </p:cNvCxnSpPr>
          <p:nvPr/>
        </p:nvCxnSpPr>
        <p:spPr>
          <a:xfrm>
            <a:off x="10264346" y="4122178"/>
            <a:ext cx="37315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8A2556-2ABB-4E3C-9CF3-6E8F73CC304C}"/>
              </a:ext>
            </a:extLst>
          </p:cNvPr>
          <p:cNvCxnSpPr>
            <a:cxnSpLocks/>
          </p:cNvCxnSpPr>
          <p:nvPr/>
        </p:nvCxnSpPr>
        <p:spPr>
          <a:xfrm>
            <a:off x="10637505" y="4108847"/>
            <a:ext cx="0" cy="342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57F3AE8-93A0-4737-A641-B764BAE2AA75}"/>
              </a:ext>
            </a:extLst>
          </p:cNvPr>
          <p:cNvCxnSpPr>
            <a:cxnSpLocks/>
          </p:cNvCxnSpPr>
          <p:nvPr/>
        </p:nvCxnSpPr>
        <p:spPr>
          <a:xfrm>
            <a:off x="10630544" y="4447392"/>
            <a:ext cx="51489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5FB6CF7B-A907-4B65-91DB-71078DD4B61C}"/>
              </a:ext>
            </a:extLst>
          </p:cNvPr>
          <p:cNvSpPr txBox="1"/>
          <p:nvPr/>
        </p:nvSpPr>
        <p:spPr>
          <a:xfrm>
            <a:off x="11105666" y="4320216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0V (Out)</a:t>
            </a:r>
            <a:endParaRPr lang="en-US" sz="10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9688807-6001-4359-9504-B765E1821A71}"/>
              </a:ext>
            </a:extLst>
          </p:cNvPr>
          <p:cNvSpPr txBox="1"/>
          <p:nvPr/>
        </p:nvSpPr>
        <p:spPr>
          <a:xfrm>
            <a:off x="11105666" y="3965598"/>
            <a:ext cx="527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5V (In)</a:t>
            </a:r>
            <a:endParaRPr lang="en-US" sz="1000" dirty="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EFBC2B8-EBB2-46CD-AC08-8A90423B7F89}"/>
              </a:ext>
            </a:extLst>
          </p:cNvPr>
          <p:cNvCxnSpPr>
            <a:cxnSpLocks/>
          </p:cNvCxnSpPr>
          <p:nvPr/>
        </p:nvCxnSpPr>
        <p:spPr>
          <a:xfrm flipH="1">
            <a:off x="9669804" y="3198767"/>
            <a:ext cx="63026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746EAC3-75B7-401F-96C6-33015CE84252}"/>
              </a:ext>
            </a:extLst>
          </p:cNvPr>
          <p:cNvCxnSpPr>
            <a:cxnSpLocks/>
          </p:cNvCxnSpPr>
          <p:nvPr/>
        </p:nvCxnSpPr>
        <p:spPr>
          <a:xfrm flipV="1">
            <a:off x="10297317" y="2869015"/>
            <a:ext cx="2746" cy="3338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CF95A34-7022-4B8B-BAEB-E530C3949042}"/>
              </a:ext>
            </a:extLst>
          </p:cNvPr>
          <p:cNvCxnSpPr>
            <a:cxnSpLocks/>
          </p:cNvCxnSpPr>
          <p:nvPr/>
        </p:nvCxnSpPr>
        <p:spPr>
          <a:xfrm>
            <a:off x="10287706" y="2873553"/>
            <a:ext cx="37315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DFBAAEE-3325-44D4-B3E8-FB2AB3CCF63C}"/>
              </a:ext>
            </a:extLst>
          </p:cNvPr>
          <p:cNvCxnSpPr>
            <a:cxnSpLocks/>
          </p:cNvCxnSpPr>
          <p:nvPr/>
        </p:nvCxnSpPr>
        <p:spPr>
          <a:xfrm>
            <a:off x="10660865" y="2860222"/>
            <a:ext cx="0" cy="342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A6AEDAD-40FC-4413-8894-68A555ABB5CE}"/>
              </a:ext>
            </a:extLst>
          </p:cNvPr>
          <p:cNvCxnSpPr>
            <a:cxnSpLocks/>
          </p:cNvCxnSpPr>
          <p:nvPr/>
        </p:nvCxnSpPr>
        <p:spPr>
          <a:xfrm>
            <a:off x="10653904" y="3198767"/>
            <a:ext cx="51489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C20F5212-E610-44C0-BCB1-FA85E3B3A96A}"/>
              </a:ext>
            </a:extLst>
          </p:cNvPr>
          <p:cNvSpPr txBox="1"/>
          <p:nvPr/>
        </p:nvSpPr>
        <p:spPr>
          <a:xfrm>
            <a:off x="11105666" y="3071591"/>
            <a:ext cx="859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0V (</a:t>
            </a:r>
            <a:r>
              <a:rPr lang="de-DE" sz="1000" dirty="0" err="1"/>
              <a:t>baseline</a:t>
            </a:r>
            <a:r>
              <a:rPr lang="de-DE" sz="1000" dirty="0"/>
              <a:t>)</a:t>
            </a:r>
            <a:endParaRPr lang="en-US" sz="1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AA2471B-1231-4377-88C2-E56BC3911FB7}"/>
              </a:ext>
            </a:extLst>
          </p:cNvPr>
          <p:cNvSpPr txBox="1"/>
          <p:nvPr/>
        </p:nvSpPr>
        <p:spPr>
          <a:xfrm>
            <a:off x="11105666" y="2716973"/>
            <a:ext cx="5982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5V (</a:t>
            </a:r>
            <a:r>
              <a:rPr lang="de-DE" sz="1000" dirty="0" err="1"/>
              <a:t>lick</a:t>
            </a:r>
            <a:r>
              <a:rPr lang="de-DE" sz="1000" dirty="0"/>
              <a:t>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94511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escriba</dc:creator>
  <cp:lastModifiedBy>escriba</cp:lastModifiedBy>
  <cp:revision>10</cp:revision>
  <dcterms:created xsi:type="dcterms:W3CDTF">2026-03-09T14:26:44Z</dcterms:created>
  <dcterms:modified xsi:type="dcterms:W3CDTF">2026-03-10T08:08:45Z</dcterms:modified>
</cp:coreProperties>
</file>